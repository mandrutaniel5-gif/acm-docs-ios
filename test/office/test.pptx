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Mai Eur Atelier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Service auto premium · Oradea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Schimb ulei</a:t>
            </a:r>
          </a:p>
          <a:p>
            <a:r>
              <a:t>Frâne</a:t>
            </a:r>
          </a:p>
          <a:p>
            <a:r>
              <a:t>Diagnoză computerizată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solidFill>
            <a:srgbClr val="1D5B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Formă cu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C4161C"/>
                </a:solidFill>
              </a:rPr>
              <a:t>Text roșu mare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1828800" cy="975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